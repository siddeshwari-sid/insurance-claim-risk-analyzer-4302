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07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61C42"/>
          </a:solidFill>
          <a:ln w="12700">
            <a:solidFill>
              <a:srgbClr val="161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40080"/>
            <a:ext cx="2011680" cy="320040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896"/>
                </a:solidFill>
              </a:rPr>
              <a:t>DIGITALT3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Fraud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Investigator Dashboard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SIDDESHWARI 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1920240" cy="82296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fraud loss (US)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3657600"/>
            <a:ext cx="1920240" cy="82296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DigitalT3 challenge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1920240" cy="82296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signals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972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34747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insurance fraud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the US alone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fraud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Exaggerated claims, staged accidents,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5486400" cy="100584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45720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14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051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indicators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325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 buried in claim records — only found after payment, if at all.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057400"/>
            <a:ext cx="5486400" cy="100584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057400"/>
            <a:ext cx="45720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057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 investigators get referrals by email with no risk scores or aggregated view.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5486400" cy="100584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200400"/>
            <a:ext cx="45720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00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priorities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time on low-risk cases while high-risk ones slip through undetected.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051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5-rule fraud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plain-English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8523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(score&gt;60)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2259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tracking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15468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154680"/>
            <a:ext cx="731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0–100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91840" y="315468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15468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badges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15468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7C6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154680"/>
            <a:ext cx="73152" cy="50292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view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79476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3794760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91840" y="379476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794760"/>
            <a:ext cx="73152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queue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379476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3794760"/>
            <a:ext cx="73152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61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React Router for multi-page navigation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7C6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4114800" cy="36576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78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161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responsive design with utility-first CSS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042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with 6 modular endpoints for claims and fraud logic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20440"/>
            <a:ext cx="41148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8130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KAVIA.AI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SDLC platform used for planning, code generation, iteration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12848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4709160" y="2226564"/>
            <a:ext cx="41148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454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2615184"/>
            <a:ext cx="3657600" cy="277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29443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0" cy="6400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8961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address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152144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 found across 3+ claims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731520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6459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claim velocity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90195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claimant has 2+ claims within 30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22576"/>
            <a:ext cx="731520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2257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claim amount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 exceeds $50,000 threshold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72384"/>
            <a:ext cx="731520" cy="6400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31455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third party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40156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third party in 3+ unrelated claims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822192"/>
            <a:ext cx="731520" cy="640080"/>
          </a:xfrm>
          <a:prstGeom prst="rect">
            <a:avLst/>
          </a:prstGeom>
          <a:solidFill>
            <a:srgbClr val="7C6AFF">
              <a:alpha val="80000"/>
            </a:srgbClr>
          </a:solidFill>
          <a:ln w="12700">
            <a:solidFill>
              <a:srgbClr val="7C6A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221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8953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proximity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151376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made within 30 days of policy start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1188720"/>
            <a:ext cx="2286000" cy="8229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1664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2194560"/>
            <a:ext cx="2286000" cy="82296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8368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69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8368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3200400"/>
            <a:ext cx="2286000" cy="82296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100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83680" y="3675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822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summary cards: total, flagged, high-risk 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table with risk badges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&gt; 60 score highlighted 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fraud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7C6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solidFill>
            <a:srgbClr val="7C6AFF">
              <a:alpha val="85000"/>
            </a:srgbClr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822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interface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673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 CSV parsing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validation 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276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 fraud scoring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4114800" cy="4572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Queue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high-risk claims (score ≥ 60)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85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sorted list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Me button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88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34640"/>
            <a:ext cx="4114800" cy="4572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Detail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9204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claim information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685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score circle (colour-coded)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986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signals list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288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Fraud / Cleared / Inconclusive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229600" cy="59436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914400" cy="594360"/>
          </a:xfrm>
          <a:prstGeom prst="rect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868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Functionality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133856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acceptance criteria met — CSV upload, scoring, queue, detail, outcome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3200400" cy="18288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914400"/>
            <a:ext cx="3200400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17904"/>
            <a:ext cx="8229600" cy="59436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17904"/>
            <a:ext cx="914400" cy="594360"/>
          </a:xfrm>
          <a:prstGeom prst="rect">
            <a:avLst/>
          </a:prstGeom>
          <a:solidFill>
            <a:srgbClr val="7C6AFF">
              <a:alpha val="85000"/>
            </a:srgbClr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1790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15636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KAVIA.AI Usage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1828800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Plan phase, CodeWiki, K-Diff, code generation — fully platform-native build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609344"/>
            <a:ext cx="3200400" cy="18288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609344"/>
            <a:ext cx="3200400" cy="18288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12848"/>
            <a:ext cx="8229600" cy="59436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12848"/>
            <a:ext cx="914400" cy="594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128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2258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252374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problem framing, business value explained, technical decisions justified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04288"/>
            <a:ext cx="3200400" cy="18288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04288"/>
            <a:ext cx="32004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907792"/>
            <a:ext cx="8229600" cy="59436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07792"/>
            <a:ext cx="914400" cy="59436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0779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25880" y="2953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218688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explanations, network relationship view, configurable fraud rules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2999232"/>
            <a:ext cx="3200400" cy="18288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2999232"/>
            <a:ext cx="192024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602736"/>
            <a:ext cx="8229600" cy="59436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02736"/>
            <a:ext cx="914400" cy="59436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60273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2588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25880" y="3913632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10-minute demo with pre-loaded data, smooth user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0" y="3694176"/>
            <a:ext cx="3200400" cy="18288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0" y="3694176"/>
            <a:ext cx="6400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297680"/>
            <a:ext cx="8229600" cy="59436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297680"/>
            <a:ext cx="914400" cy="594360"/>
          </a:xfrm>
          <a:prstGeom prst="rect">
            <a:avLst/>
          </a:prstGeom>
          <a:solidFill>
            <a:srgbClr val="CBD5E1">
              <a:alpha val="85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2976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32588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Feedback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25880" y="4608576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feedback on the hiring process provided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0" y="4389120"/>
            <a:ext cx="3200400" cy="18288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4389120"/>
            <a:ext cx="64008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70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Fraud Signal Detection &amp; Investigator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423160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400723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7200" y="2423160"/>
            <a:ext cx="103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KAVIA.AI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13120" y="2386584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013" y="2423160"/>
            <a:ext cx="86698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521</Words>
  <Application>Microsoft Office PowerPoint</Application>
  <PresentationFormat>On-screen Show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Fraud Signal Detection &amp; Investigator Dashboard</dc:title>
  <dc:subject>PptxGenJS Presentation</dc:subject>
  <dc:creator>PptxGenJS</dc:creator>
  <cp:lastModifiedBy>Siddeshwari Siddhu</cp:lastModifiedBy>
  <cp:revision>2</cp:revision>
  <dcterms:created xsi:type="dcterms:W3CDTF">2026-03-26T10:00:55Z</dcterms:created>
  <dcterms:modified xsi:type="dcterms:W3CDTF">2026-03-26T13:03:55Z</dcterms:modified>
</cp:coreProperties>
</file>