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07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61C42"/>
          </a:solidFill>
          <a:ln w="12700">
            <a:solidFill>
              <a:srgbClr val="161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40080"/>
            <a:ext cx="2011680" cy="320040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C896"/>
                </a:solidFill>
              </a:rPr>
              <a:t>DIGITALT3 HACKATHON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Fraud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Investigator Dashboard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SIDDESHWARI 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1920240" cy="82296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fraud loss (US)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3657600"/>
            <a:ext cx="1920240" cy="82296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DigitalT3 challenge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1920240" cy="82296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signals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9728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34747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insurance fraud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the US alone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63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fraud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Exaggerated claims, staged accidents,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submissions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5486400" cy="100584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14400"/>
            <a:ext cx="45720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144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051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indicators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325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 buried in claim records — only found after payment, if at all.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057400"/>
            <a:ext cx="5486400" cy="100584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057400"/>
            <a:ext cx="45720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0574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 investigators get referrals by email with no risk scores or aggregated view.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5486400" cy="100584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200400"/>
            <a:ext cx="457200" cy="10058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0040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priorities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3611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waste time on low-risk cases while high-risk ones slip through undetected.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1051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5-rule fraud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plain-English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8523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(score&gt;60)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22592" y="1554480"/>
            <a:ext cx="1828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868680"/>
            <a:ext cx="1508760" cy="1645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868680"/>
            <a:ext cx="1508760" cy="457200"/>
          </a:xfrm>
          <a:prstGeom prst="rect">
            <a:avLst/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868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13716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1737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tracking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315468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154680"/>
            <a:ext cx="73152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0–100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91840" y="315468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15468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badges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315468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7C6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3154680"/>
            <a:ext cx="73152" cy="502920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154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view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79476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3794760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91840" y="379476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3794760"/>
            <a:ext cx="73152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queue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3794760"/>
            <a:ext cx="2743200" cy="502920"/>
          </a:xfrm>
          <a:prstGeom prst="rect">
            <a:avLst/>
          </a:prstGeom>
          <a:solidFill>
            <a:srgbClr val="161C42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3794760"/>
            <a:ext cx="73152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612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with React Router for multi-page navigation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7C6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4114800" cy="36576"/>
          </a:xfrm>
          <a:prstGeom prst="rect">
            <a:avLst/>
          </a:prstGeom>
          <a:solidFill>
            <a:srgbClr val="7C6AFF"/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78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1612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 responsive design with utility-first CSS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042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 with 6 modular endpoints for claims and fraud logic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3042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20440"/>
            <a:ext cx="41148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0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8130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KAVIA.AI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SDLC platform used for planning, code generation, iteration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212848"/>
            <a:ext cx="4114800" cy="1143000"/>
          </a:xfrm>
          <a:prstGeom prst="rect">
            <a:avLst/>
          </a:prstGeom>
          <a:solidFill>
            <a:srgbClr val="161C42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4709160" y="2226564"/>
            <a:ext cx="41148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454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2615184"/>
            <a:ext cx="3657600" cy="277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92040" y="294436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0" cy="6400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8961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address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152144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address found across 3+ claims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731520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727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6459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claim velocity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90195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claimant has 2+ claims within 30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22576"/>
            <a:ext cx="731520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2257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23957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claim amount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amount exceeds $50,000 threshold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72384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72384"/>
            <a:ext cx="731520" cy="6400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723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31455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third party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40156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third party in 3+ unrelated claims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5943600" cy="640080"/>
          </a:xfrm>
          <a:prstGeom prst="rect">
            <a:avLst/>
          </a:prstGeom>
          <a:solidFill>
            <a:srgbClr val="161C42"/>
          </a:solidFill>
          <a:ln w="12700">
            <a:solidFill>
              <a:srgbClr val="1115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822192"/>
            <a:ext cx="731520" cy="640080"/>
          </a:xfrm>
          <a:prstGeom prst="rect">
            <a:avLst/>
          </a:prstGeom>
          <a:solidFill>
            <a:srgbClr val="7C6AFF">
              <a:alpha val="80000"/>
            </a:srgbClr>
          </a:solidFill>
          <a:ln w="12700">
            <a:solidFill>
              <a:srgbClr val="7C6A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221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389534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proximity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151376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made within 30 days of policy start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82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1188720"/>
            <a:ext cx="2286000" cy="82296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1664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2194560"/>
            <a:ext cx="2286000" cy="82296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8368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69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583680" y="26700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3200400"/>
            <a:ext cx="2286000" cy="82296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8368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100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83680" y="3675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00C896">
              <a:alpha val="8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822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summary cards: total, flagged, high-risk 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table with risk badges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&gt; 60 score highlighted 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76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fraud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7C6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solidFill>
            <a:srgbClr val="7C6AFF">
              <a:alpha val="85000"/>
            </a:srgbClr>
          </a:solidFill>
          <a:ln w="12700">
            <a:solidFill>
              <a:srgbClr val="7C6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822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interface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673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PapaParse CSV parsing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validation feedback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2768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 fraud scoring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4114800" cy="4572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Queue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high-risk claims (score ≥ 60)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85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sorted list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86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Me button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88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4114800" cy="1828800"/>
          </a:xfrm>
          <a:prstGeom prst="rect">
            <a:avLst/>
          </a:prstGeom>
          <a:solidFill>
            <a:srgbClr val="161C4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34640"/>
            <a:ext cx="4114800" cy="4572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Detail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9204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claim information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685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score circle (colour-coded)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986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signals list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288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Fraud / Cleared / Inconclusive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535"/>
          </a:solidFill>
          <a:ln w="12700">
            <a:solidFill>
              <a:srgbClr val="11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>
              <a:alpha val="70000"/>
            </a:srgbClr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Fraud Signal Detection &amp; Investigator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423160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24231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400723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7200" y="2423160"/>
            <a:ext cx="103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KAVIA.AI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13120" y="2386584"/>
            <a:ext cx="146304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013" y="2423160"/>
            <a:ext cx="86698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425</Words>
  <Application>Microsoft Office PowerPoint</Application>
  <PresentationFormat>On-screen Show (16:9)</PresentationFormat>
  <Paragraphs>132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Fraud Signal Detection &amp; Investigator Dashboard</dc:title>
  <dc:subject>PptxGenJS Presentation</dc:subject>
  <dc:creator>PptxGenJS</dc:creator>
  <cp:lastModifiedBy>Siddeshwari Siddhu</cp:lastModifiedBy>
  <cp:revision>3</cp:revision>
  <dcterms:created xsi:type="dcterms:W3CDTF">2026-03-26T10:00:55Z</dcterms:created>
  <dcterms:modified xsi:type="dcterms:W3CDTF">2026-03-27T04:38:41Z</dcterms:modified>
</cp:coreProperties>
</file>